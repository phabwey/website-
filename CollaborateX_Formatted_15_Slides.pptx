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8255000" cy="57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</a:pPr>
            <a:r>
              <a:rPr sz="2800" b="1" u="sng"/>
              <a:t>CollaborateX</a:t>
            </a:r>
          </a:p>
          <a:p>
            <a:pPr>
              <a:defRPr sz="2200"/>
            </a:pPr>
            <a:r>
              <a:t>• Academic Collaboration Platform</a:t>
            </a:r>
          </a:p>
          <a:p>
            <a:pPr>
              <a:defRPr sz="2200"/>
            </a:pPr>
            <a:r>
              <a:t>• Presented by: Paballo Moipone Litabe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8255000" cy="57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</a:pPr>
            <a:r>
              <a:rPr sz="2800" b="1" u="sng"/>
              <a:t>Introduction</a:t>
            </a:r>
          </a:p>
          <a:p>
            <a:pPr>
              <a:defRPr sz="2200"/>
            </a:pPr>
            <a:r>
              <a:t>• Educational institutions require efficient platforms.</a:t>
            </a:r>
          </a:p>
          <a:p>
            <a:pPr>
              <a:defRPr sz="2200"/>
            </a:pPr>
            <a:r>
              <a:t>• Traditional communication is fragmented.</a:t>
            </a:r>
          </a:p>
          <a:p>
            <a:pPr>
              <a:defRPr sz="2200"/>
            </a:pPr>
            <a:r>
              <a:t>• CollaborateX centralizes collaboration.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8255000" cy="57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</a:pPr>
            <a:r>
              <a:rPr sz="2800" b="1" u="sng"/>
              <a:t>Problem Statement</a:t>
            </a:r>
          </a:p>
          <a:p>
            <a:pPr>
              <a:defRPr sz="2200"/>
            </a:pPr>
            <a:r>
              <a:t>• Poor communication</a:t>
            </a:r>
          </a:p>
          <a:p>
            <a:pPr>
              <a:defRPr sz="2200"/>
            </a:pPr>
            <a:r>
              <a:t>• Limited collaboration</a:t>
            </a:r>
          </a:p>
          <a:p>
            <a:pPr>
              <a:defRPr sz="2200"/>
            </a:pPr>
            <a:r>
              <a:t>• Scattered resources</a:t>
            </a:r>
          </a:p>
          <a:p>
            <a:pPr>
              <a:defRPr sz="2200"/>
            </a:pPr>
            <a:r>
              <a:t>• Difficult coordination</a:t>
            </a:r>
          </a:p>
          <a:p>
            <a:pPr>
              <a:defRPr sz="2200"/>
            </a:pPr>
            <a:r>
              <a:t>• No centralized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8255000" cy="57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</a:pPr>
            <a:r>
              <a:rPr sz="2800" b="1" u="sng"/>
              <a:t>Project Objectives</a:t>
            </a:r>
          </a:p>
          <a:p>
            <a:pPr>
              <a:defRPr sz="2200"/>
            </a:pPr>
            <a:r>
              <a:t>• Main objective: Develop platform</a:t>
            </a:r>
          </a:p>
          <a:p>
            <a:pPr>
              <a:defRPr sz="2200"/>
            </a:pPr>
            <a:r>
              <a:t>• Improve collaboration</a:t>
            </a:r>
          </a:p>
          <a:p>
            <a:pPr>
              <a:defRPr sz="2200"/>
            </a:pPr>
            <a:r>
              <a:t>• Share resources</a:t>
            </a:r>
          </a:p>
          <a:p>
            <a:pPr>
              <a:defRPr sz="2200"/>
            </a:pPr>
            <a:r>
              <a:t>• Support projects</a:t>
            </a:r>
          </a:p>
          <a:p>
            <a:pPr>
              <a:defRPr sz="2200"/>
            </a:pPr>
            <a:r>
              <a:t>• Encourage discussions</a:t>
            </a:r>
          </a:p>
          <a:p>
            <a:pPr>
              <a:defRPr sz="2200"/>
            </a:pPr>
            <a:r>
              <a:t>• Intuitive 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8255000" cy="57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</a:pPr>
            <a:r>
              <a:rPr sz="2800" b="1" u="sng"/>
              <a:t>Technologies Used</a:t>
            </a:r>
          </a:p>
          <a:p>
            <a:pPr>
              <a:defRPr sz="2200"/>
            </a:pPr>
            <a:r>
              <a:t>• HTML5</a:t>
            </a:r>
          </a:p>
          <a:p>
            <a:pPr>
              <a:defRPr sz="2200"/>
            </a:pPr>
            <a:r>
              <a:t>• CSS3</a:t>
            </a:r>
          </a:p>
          <a:p>
            <a:pPr>
              <a:defRPr sz="2200"/>
            </a:pPr>
            <a:r>
              <a:t>• JavaScript</a:t>
            </a:r>
          </a:p>
          <a:p>
            <a:pPr>
              <a:defRPr sz="2200"/>
            </a:pPr>
            <a:r>
              <a:t>• Git</a:t>
            </a:r>
          </a:p>
          <a:p>
            <a:pPr>
              <a:defRPr sz="2200"/>
            </a:pPr>
            <a:r>
              <a:t>• GitHub</a:t>
            </a:r>
          </a:p>
          <a:p>
            <a:pPr>
              <a:defRPr sz="2200"/>
            </a:pPr>
            <a:r>
              <a:t>• Font Awesome</a:t>
            </a:r>
          </a:p>
          <a:p>
            <a:pPr>
              <a:defRPr sz="2200"/>
            </a:pPr>
            <a:r>
              <a:t>• Google Fonts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8255000" cy="57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</a:pPr>
            <a:r>
              <a:rPr sz="2800" b="1" u="sng"/>
              <a:t>System Features</a:t>
            </a:r>
          </a:p>
          <a:p>
            <a:pPr>
              <a:defRPr sz="2200"/>
            </a:pPr>
            <a:r>
              <a:t>• Home</a:t>
            </a:r>
          </a:p>
          <a:p>
            <a:pPr>
              <a:defRPr sz="2200"/>
            </a:pPr>
            <a:r>
              <a:t>• About</a:t>
            </a:r>
          </a:p>
          <a:p>
            <a:pPr>
              <a:defRPr sz="2200"/>
            </a:pPr>
            <a:r>
              <a:t>• Resources</a:t>
            </a:r>
          </a:p>
          <a:p>
            <a:pPr>
              <a:defRPr sz="2200"/>
            </a:pPr>
            <a:r>
              <a:t>• Projects</a:t>
            </a:r>
          </a:p>
          <a:p>
            <a:pPr>
              <a:defRPr sz="2200"/>
            </a:pPr>
            <a:r>
              <a:t>• Forums</a:t>
            </a:r>
          </a:p>
          <a:p>
            <a:pPr>
              <a:defRPr sz="2200"/>
            </a:pPr>
            <a:r>
              <a:t>• Contact</a:t>
            </a:r>
          </a:p>
          <a:p>
            <a:pPr>
              <a:defRPr sz="2200"/>
            </a:pPr>
            <a:r>
              <a:t>• Responsive Design</a:t>
            </a:r>
          </a:p>
          <a:p>
            <a:pPr>
              <a:defRPr sz="2200"/>
            </a:pPr>
            <a:r>
              <a:t>• Modern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8255000" cy="57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</a:pPr>
            <a:r>
              <a:rPr sz="2800" b="1" u="sng"/>
              <a:t>System Architecture</a:t>
            </a:r>
          </a:p>
          <a:p>
            <a:pPr>
              <a:defRPr sz="2200"/>
            </a:pPr>
            <a:r>
              <a:t>• Users</a:t>
            </a:r>
          </a:p>
          <a:p>
            <a:pPr>
              <a:defRPr sz="2200"/>
            </a:pPr>
            <a:r>
              <a:t>• Web Browser</a:t>
            </a:r>
          </a:p>
          <a:p>
            <a:pPr>
              <a:defRPr sz="2200"/>
            </a:pPr>
            <a:r>
              <a:t>• CollaborateX</a:t>
            </a:r>
          </a:p>
          <a:p>
            <a:pPr>
              <a:defRPr sz="2200"/>
            </a:pPr>
            <a:r>
              <a:t>• HTML • CSS • JavaScript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8255000" cy="57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</a:pPr>
            <a:r>
              <a:rPr sz="2800" b="1" u="sng"/>
              <a:t>User Interface</a:t>
            </a:r>
          </a:p>
          <a:p>
            <a:pPr>
              <a:defRPr sz="2200"/>
            </a:pPr>
            <a:r>
              <a:t>• Home Page</a:t>
            </a:r>
          </a:p>
          <a:p>
            <a:pPr>
              <a:defRPr sz="2200"/>
            </a:pPr>
            <a:r>
              <a:t>• About Page</a:t>
            </a:r>
          </a:p>
          <a:p>
            <a:pPr>
              <a:defRPr sz="2200"/>
            </a:pPr>
            <a:r>
              <a:t>• Resources</a:t>
            </a:r>
          </a:p>
          <a:p>
            <a:pPr>
              <a:defRPr sz="2200"/>
            </a:pPr>
            <a:r>
              <a:t>• Projects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8255000" cy="57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</a:pPr>
            <a:r>
              <a:rPr sz="2800" b="1" u="sng"/>
              <a:t>Responsive Design</a:t>
            </a:r>
          </a:p>
          <a:p>
            <a:pPr>
              <a:defRPr sz="2200"/>
            </a:pPr>
            <a:r>
              <a:t>• Desktop</a:t>
            </a:r>
          </a:p>
          <a:p>
            <a:pPr>
              <a:defRPr sz="2200"/>
            </a:pPr>
            <a:r>
              <a:t>• Tablet</a:t>
            </a:r>
          </a:p>
          <a:p>
            <a:pPr>
              <a:defRPr sz="2200"/>
            </a:pPr>
            <a:r>
              <a:t>• Mobile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8255000" cy="57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</a:pPr>
            <a:r>
              <a:rPr sz="2800" b="1" u="sng"/>
              <a:t>Benefits</a:t>
            </a:r>
          </a:p>
          <a:p>
            <a:pPr>
              <a:defRPr sz="2200"/>
            </a:pPr>
            <a:r>
              <a:t>• Better communication</a:t>
            </a:r>
          </a:p>
          <a:p>
            <a:pPr>
              <a:defRPr sz="2200"/>
            </a:pPr>
            <a:r>
              <a:t>• Easier collaboration</a:t>
            </a:r>
          </a:p>
          <a:p>
            <a:pPr>
              <a:defRPr sz="2200"/>
            </a:pPr>
            <a:r>
              <a:t>• Resource sharing</a:t>
            </a:r>
          </a:p>
          <a:p>
            <a:pPr>
              <a:defRPr sz="2200"/>
            </a:pPr>
            <a:r>
              <a:t>• Improved productivity</a:t>
            </a:r>
          </a:p>
          <a:p>
            <a:pPr>
              <a:defRPr sz="2200"/>
            </a:pPr>
            <a:r>
              <a:t>• Professional UX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8255000" cy="57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</a:pPr>
            <a:r>
              <a:rPr sz="2800" b="1" u="sng"/>
              <a:t>Challenges</a:t>
            </a:r>
          </a:p>
          <a:p>
            <a:pPr>
              <a:defRPr sz="2200"/>
            </a:pPr>
            <a:r>
              <a:t>• Responsive interface</a:t>
            </a:r>
          </a:p>
          <a:p>
            <a:pPr>
              <a:defRPr sz="2200"/>
            </a:pPr>
            <a:r>
              <a:t>• Consistency</a:t>
            </a:r>
          </a:p>
          <a:p>
            <a:pPr>
              <a:defRPr sz="2200"/>
            </a:pPr>
            <a:r>
              <a:t>• Navigation</a:t>
            </a:r>
          </a:p>
          <a:p>
            <a:pPr>
              <a:defRPr sz="2200"/>
            </a:pPr>
            <a:r>
              <a:t>• Usability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8255000" cy="57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</a:pPr>
            <a:r>
              <a:rPr sz="2800" b="1" u="sng"/>
              <a:t>Testing</a:t>
            </a:r>
          </a:p>
          <a:p>
            <a:pPr>
              <a:defRPr sz="2200"/>
            </a:pPr>
            <a:r>
              <a:t>• Navigation - Pass</a:t>
            </a:r>
          </a:p>
          <a:p>
            <a:pPr>
              <a:defRPr sz="2200"/>
            </a:pPr>
            <a:r>
              <a:t>• Responsiveness - Pass</a:t>
            </a:r>
          </a:p>
          <a:p>
            <a:pPr>
              <a:defRPr sz="2200"/>
            </a:pPr>
            <a:r>
              <a:t>• Browser Compatibility - Pass</a:t>
            </a:r>
          </a:p>
          <a:p>
            <a:pPr>
              <a:defRPr sz="2200"/>
            </a:pPr>
            <a:r>
              <a:t>• UI Layout - Pass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8255000" cy="57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</a:pPr>
            <a:r>
              <a:rPr sz="2800" b="1" u="sng"/>
              <a:t>Future Improvements</a:t>
            </a:r>
          </a:p>
          <a:p>
            <a:pPr>
              <a:defRPr sz="2200"/>
            </a:pPr>
            <a:r>
              <a:t>• Database</a:t>
            </a:r>
          </a:p>
          <a:p>
            <a:pPr>
              <a:defRPr sz="2200"/>
            </a:pPr>
            <a:r>
              <a:t>• Authentication</a:t>
            </a:r>
          </a:p>
          <a:p>
            <a:pPr>
              <a:defRPr sz="2200"/>
            </a:pPr>
            <a:r>
              <a:t>• Dashboards</a:t>
            </a:r>
          </a:p>
          <a:p>
            <a:pPr>
              <a:defRPr sz="2200"/>
            </a:pPr>
            <a:r>
              <a:t>• AI Chatbot</a:t>
            </a:r>
          </a:p>
          <a:p>
            <a:pPr>
              <a:defRPr sz="2200"/>
            </a:pPr>
            <a:r>
              <a:t>• Notifications</a:t>
            </a:r>
          </a:p>
          <a:p>
            <a:pPr>
              <a:defRPr sz="2200"/>
            </a:pPr>
            <a:r>
              <a:t>• File uploads</a:t>
            </a:r>
          </a:p>
          <a:p>
            <a:pPr>
              <a:defRPr sz="2200"/>
            </a:pPr>
            <a:r>
              <a:t>• Messaging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8255000" cy="57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</a:pPr>
            <a:r>
              <a:rPr sz="2800" b="1" u="sng"/>
              <a:t>Conclusion</a:t>
            </a:r>
          </a:p>
          <a:p>
            <a:pPr>
              <a:defRPr sz="2200"/>
            </a:pPr>
            <a:r>
              <a:t>• Objectives achieved</a:t>
            </a:r>
          </a:p>
          <a:p>
            <a:pPr>
              <a:defRPr sz="2200"/>
            </a:pPr>
            <a:r>
              <a:t>• Skills gained</a:t>
            </a:r>
          </a:p>
          <a:p>
            <a:pPr>
              <a:defRPr sz="2200"/>
            </a:pPr>
            <a:r>
              <a:t>• Benefits</a:t>
            </a:r>
          </a:p>
          <a:p>
            <a:pPr>
              <a:defRPr sz="2200"/>
            </a:pPr>
            <a:r>
              <a:t>• Future potential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8255000" cy="57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</a:pPr>
            <a:r>
              <a:rPr sz="2800" b="1" u="sng"/>
              <a:t>Thank You</a:t>
            </a:r>
          </a:p>
          <a:p>
            <a:pPr>
              <a:defRPr sz="2200"/>
            </a:pPr>
            <a:r>
              <a:t>• Questions &amp; Answers</a:t>
            </a:r>
          </a:p>
          <a:p>
            <a:pPr>
              <a:defRPr sz="2200"/>
            </a:pPr>
            <a:r>
              <a:t>• Email: phabweylitabe98@gmail.com</a:t>
            </a:r>
          </a:p>
          <a:p>
            <a:pPr>
              <a:defRPr sz="2200"/>
            </a:pPr>
            <a:r>
              <a:t>• GitHub: github.com/PaballoLitabe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